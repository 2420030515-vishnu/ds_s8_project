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5D77D8-821C-4F7A-B5A9-DA454325B2DE}" v="31" dt="2026-09-10T05:27:49.1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jari sai dhanush" userId="a469240153c48220" providerId="LiveId" clId="{D256B1F2-5D72-47F6-9C5D-D46795820EE4}"/>
    <pc:docChg chg="undo redo custSel addSld modSld">
      <pc:chgData name="vanjari sai dhanush" userId="a469240153c48220" providerId="LiveId" clId="{D256B1F2-5D72-47F6-9C5D-D46795820EE4}" dt="2026-09-10T05:28:54.431" v="556" actId="20577"/>
      <pc:docMkLst>
        <pc:docMk/>
      </pc:docMkLst>
      <pc:sldChg chg="addSp delSp modSp mod">
        <pc:chgData name="vanjari sai dhanush" userId="a469240153c48220" providerId="LiveId" clId="{D256B1F2-5D72-47F6-9C5D-D46795820EE4}" dt="2026-09-10T05:00:38.418" v="289" actId="1076"/>
        <pc:sldMkLst>
          <pc:docMk/>
          <pc:sldMk cId="1843937772" sldId="257"/>
        </pc:sldMkLst>
        <pc:spChg chg="add del mod">
          <ac:chgData name="vanjari sai dhanush" userId="a469240153c48220" providerId="LiveId" clId="{D256B1F2-5D72-47F6-9C5D-D46795820EE4}" dt="2026-09-10T04:57:41.531" v="260"/>
          <ac:spMkLst>
            <pc:docMk/>
            <pc:sldMk cId="1843937772" sldId="257"/>
            <ac:spMk id="4" creationId="{6E2EFBE2-907D-3FEA-6296-E4B17E5A0781}"/>
          </ac:spMkLst>
        </pc:spChg>
        <pc:spChg chg="mod">
          <ac:chgData name="vanjari sai dhanush" userId="a469240153c48220" providerId="LiveId" clId="{D256B1F2-5D72-47F6-9C5D-D46795820EE4}" dt="2026-09-10T04:58:34.109" v="266" actId="1076"/>
          <ac:spMkLst>
            <pc:docMk/>
            <pc:sldMk cId="1843937772" sldId="257"/>
            <ac:spMk id="5" creationId="{8DBD4C9C-9DEB-26F4-AA75-F51C06DD64DC}"/>
          </ac:spMkLst>
        </pc:spChg>
        <pc:spChg chg="add mod">
          <ac:chgData name="vanjari sai dhanush" userId="a469240153c48220" providerId="LiveId" clId="{D256B1F2-5D72-47F6-9C5D-D46795820EE4}" dt="2026-09-10T04:58:46.115" v="269" actId="1076"/>
          <ac:spMkLst>
            <pc:docMk/>
            <pc:sldMk cId="1843937772" sldId="257"/>
            <ac:spMk id="7" creationId="{530724C6-A298-12DF-9EDC-B6B1EE541E07}"/>
          </ac:spMkLst>
        </pc:spChg>
        <pc:spChg chg="add mod">
          <ac:chgData name="vanjari sai dhanush" userId="a469240153c48220" providerId="LiveId" clId="{D256B1F2-5D72-47F6-9C5D-D46795820EE4}" dt="2026-09-10T05:00:28.341" v="288" actId="1076"/>
          <ac:spMkLst>
            <pc:docMk/>
            <pc:sldMk cId="1843937772" sldId="257"/>
            <ac:spMk id="9" creationId="{167DB8C5-46B2-2B24-60A4-3C1C326DAB30}"/>
          </ac:spMkLst>
        </pc:spChg>
        <pc:spChg chg="add mod">
          <ac:chgData name="vanjari sai dhanush" userId="a469240153c48220" providerId="LiveId" clId="{D256B1F2-5D72-47F6-9C5D-D46795820EE4}" dt="2026-09-10T05:00:38.418" v="289" actId="1076"/>
          <ac:spMkLst>
            <pc:docMk/>
            <pc:sldMk cId="1843937772" sldId="257"/>
            <ac:spMk id="11" creationId="{FEE0E741-9EC1-6F10-10C4-BED000CD0736}"/>
          </ac:spMkLst>
        </pc:spChg>
      </pc:sldChg>
      <pc:sldChg chg="addSp modSp mod">
        <pc:chgData name="vanjari sai dhanush" userId="a469240153c48220" providerId="LiveId" clId="{D256B1F2-5D72-47F6-9C5D-D46795820EE4}" dt="2026-09-10T05:18:55.265" v="482" actId="255"/>
        <pc:sldMkLst>
          <pc:docMk/>
          <pc:sldMk cId="2065876014" sldId="258"/>
        </pc:sldMkLst>
        <pc:spChg chg="add mod">
          <ac:chgData name="vanjari sai dhanush" userId="a469240153c48220" providerId="LiveId" clId="{D256B1F2-5D72-47F6-9C5D-D46795820EE4}" dt="2026-09-10T05:18:39.631" v="479" actId="255"/>
          <ac:spMkLst>
            <pc:docMk/>
            <pc:sldMk cId="2065876014" sldId="258"/>
            <ac:spMk id="4" creationId="{B26A2B6B-800E-E70A-6999-E1B8C1E53CF5}"/>
          </ac:spMkLst>
        </pc:spChg>
        <pc:spChg chg="mod">
          <ac:chgData name="vanjari sai dhanush" userId="a469240153c48220" providerId="LiveId" clId="{D256B1F2-5D72-47F6-9C5D-D46795820EE4}" dt="2026-09-10T05:15:29.686" v="437" actId="1076"/>
          <ac:spMkLst>
            <pc:docMk/>
            <pc:sldMk cId="2065876014" sldId="258"/>
            <ac:spMk id="5" creationId="{C00062CA-E93E-DFB0-5A22-1412AB9A6752}"/>
          </ac:spMkLst>
        </pc:spChg>
        <pc:spChg chg="add mod">
          <ac:chgData name="vanjari sai dhanush" userId="a469240153c48220" providerId="LiveId" clId="{D256B1F2-5D72-47F6-9C5D-D46795820EE4}" dt="2026-09-10T05:18:12.114" v="474" actId="255"/>
          <ac:spMkLst>
            <pc:docMk/>
            <pc:sldMk cId="2065876014" sldId="258"/>
            <ac:spMk id="7" creationId="{70DFE7AF-9608-C6AC-A35C-3E9B90B87AFA}"/>
          </ac:spMkLst>
        </pc:spChg>
        <pc:spChg chg="add mod">
          <ac:chgData name="vanjari sai dhanush" userId="a469240153c48220" providerId="LiveId" clId="{D256B1F2-5D72-47F6-9C5D-D46795820EE4}" dt="2026-09-10T05:18:45.422" v="480" actId="255"/>
          <ac:spMkLst>
            <pc:docMk/>
            <pc:sldMk cId="2065876014" sldId="258"/>
            <ac:spMk id="9" creationId="{C838AF88-171F-507E-EDB9-BEC2F735F0DA}"/>
          </ac:spMkLst>
        </pc:spChg>
        <pc:spChg chg="add mod">
          <ac:chgData name="vanjari sai dhanush" userId="a469240153c48220" providerId="LiveId" clId="{D256B1F2-5D72-47F6-9C5D-D46795820EE4}" dt="2026-09-10T05:18:16.750" v="475" actId="255"/>
          <ac:spMkLst>
            <pc:docMk/>
            <pc:sldMk cId="2065876014" sldId="258"/>
            <ac:spMk id="11" creationId="{2747805F-6BD6-AB55-BA36-B079E14CF99F}"/>
          </ac:spMkLst>
        </pc:spChg>
        <pc:spChg chg="add mod">
          <ac:chgData name="vanjari sai dhanush" userId="a469240153c48220" providerId="LiveId" clId="{D256B1F2-5D72-47F6-9C5D-D46795820EE4}" dt="2026-09-10T05:18:55.265" v="482" actId="255"/>
          <ac:spMkLst>
            <pc:docMk/>
            <pc:sldMk cId="2065876014" sldId="258"/>
            <ac:spMk id="13" creationId="{E8662C62-FE58-73D1-C46A-F7BEBDA9054E}"/>
          </ac:spMkLst>
        </pc:spChg>
        <pc:spChg chg="add mod">
          <ac:chgData name="vanjari sai dhanush" userId="a469240153c48220" providerId="LiveId" clId="{D256B1F2-5D72-47F6-9C5D-D46795820EE4}" dt="2026-09-10T05:18:26.606" v="477" actId="1076"/>
          <ac:spMkLst>
            <pc:docMk/>
            <pc:sldMk cId="2065876014" sldId="258"/>
            <ac:spMk id="15" creationId="{958B40F4-6925-50B4-DFA1-F17FC92C5486}"/>
          </ac:spMkLst>
        </pc:spChg>
      </pc:sldChg>
      <pc:sldChg chg="addSp modSp mod">
        <pc:chgData name="vanjari sai dhanush" userId="a469240153c48220" providerId="LiveId" clId="{D256B1F2-5D72-47F6-9C5D-D46795820EE4}" dt="2026-09-10T05:21:40.203" v="515" actId="1076"/>
        <pc:sldMkLst>
          <pc:docMk/>
          <pc:sldMk cId="3524135319" sldId="259"/>
        </pc:sldMkLst>
        <pc:spChg chg="add mod">
          <ac:chgData name="vanjari sai dhanush" userId="a469240153c48220" providerId="LiveId" clId="{D256B1F2-5D72-47F6-9C5D-D46795820EE4}" dt="2026-09-10T05:21:40.203" v="515" actId="1076"/>
          <ac:spMkLst>
            <pc:docMk/>
            <pc:sldMk cId="3524135319" sldId="259"/>
            <ac:spMk id="4" creationId="{785CA57E-B54B-9BB8-E0B9-B26164B287B9}"/>
          </ac:spMkLst>
        </pc:spChg>
        <pc:spChg chg="mod">
          <ac:chgData name="vanjari sai dhanush" userId="a469240153c48220" providerId="LiveId" clId="{D256B1F2-5D72-47F6-9C5D-D46795820EE4}" dt="2026-09-10T05:21:19.006" v="507" actId="1076"/>
          <ac:spMkLst>
            <pc:docMk/>
            <pc:sldMk cId="3524135319" sldId="259"/>
            <ac:spMk id="5" creationId="{D4387226-F29E-0041-5581-4EF07C7198F1}"/>
          </ac:spMkLst>
        </pc:spChg>
      </pc:sldChg>
      <pc:sldChg chg="addSp delSp modSp mod setBg">
        <pc:chgData name="vanjari sai dhanush" userId="a469240153c48220" providerId="LiveId" clId="{D256B1F2-5D72-47F6-9C5D-D46795820EE4}" dt="2026-09-10T05:25:58.613" v="527" actId="1076"/>
        <pc:sldMkLst>
          <pc:docMk/>
          <pc:sldMk cId="4118855268" sldId="260"/>
        </pc:sldMkLst>
        <pc:spChg chg="del mod">
          <ac:chgData name="vanjari sai dhanush" userId="a469240153c48220" providerId="LiveId" clId="{D256B1F2-5D72-47F6-9C5D-D46795820EE4}" dt="2026-09-10T05:25:46.014" v="524"/>
          <ac:spMkLst>
            <pc:docMk/>
            <pc:sldMk cId="4118855268" sldId="260"/>
            <ac:spMk id="2" creationId="{3F0303AA-CEE8-2513-1736-59CB3A5EF8E4}"/>
          </ac:spMkLst>
        </pc:spChg>
        <pc:spChg chg="mod">
          <ac:chgData name="vanjari sai dhanush" userId="a469240153c48220" providerId="LiveId" clId="{D256B1F2-5D72-47F6-9C5D-D46795820EE4}" dt="2026-09-10T05:25:43.982" v="522" actId="26606"/>
          <ac:spMkLst>
            <pc:docMk/>
            <pc:sldMk cId="4118855268" sldId="260"/>
            <ac:spMk id="5" creationId="{9EF7CE10-08D9-83CF-7508-12575531E1E0}"/>
          </ac:spMkLst>
        </pc:spChg>
        <pc:spChg chg="add">
          <ac:chgData name="vanjari sai dhanush" userId="a469240153c48220" providerId="LiveId" clId="{D256B1F2-5D72-47F6-9C5D-D46795820EE4}" dt="2026-09-10T05:25:43.982" v="522" actId="26606"/>
          <ac:spMkLst>
            <pc:docMk/>
            <pc:sldMk cId="4118855268" sldId="260"/>
            <ac:spMk id="11" creationId="{F0A604E4-7307-451C-93BE-F1F7E1BF3BF8}"/>
          </ac:spMkLst>
        </pc:spChg>
        <pc:spChg chg="add">
          <ac:chgData name="vanjari sai dhanush" userId="a469240153c48220" providerId="LiveId" clId="{D256B1F2-5D72-47F6-9C5D-D46795820EE4}" dt="2026-09-10T05:25:43.982" v="522" actId="26606"/>
          <ac:spMkLst>
            <pc:docMk/>
            <pc:sldMk cId="4118855268" sldId="260"/>
            <ac:spMk id="13" creationId="{F7F3A0AA-35E5-4085-942B-737839030604}"/>
          </ac:spMkLst>
        </pc:spChg>
        <pc:spChg chg="add">
          <ac:chgData name="vanjari sai dhanush" userId="a469240153c48220" providerId="LiveId" clId="{D256B1F2-5D72-47F6-9C5D-D46795820EE4}" dt="2026-09-10T05:25:43.982" v="522" actId="26606"/>
          <ac:spMkLst>
            <pc:docMk/>
            <pc:sldMk cId="4118855268" sldId="260"/>
            <ac:spMk id="15" creationId="{402F5C38-C747-4173-ABBF-656E39E82130}"/>
          </ac:spMkLst>
        </pc:spChg>
        <pc:spChg chg="add">
          <ac:chgData name="vanjari sai dhanush" userId="a469240153c48220" providerId="LiveId" clId="{D256B1F2-5D72-47F6-9C5D-D46795820EE4}" dt="2026-09-10T05:25:43.982" v="522" actId="26606"/>
          <ac:spMkLst>
            <pc:docMk/>
            <pc:sldMk cId="4118855268" sldId="260"/>
            <ac:spMk id="17" creationId="{E37EECFC-A684-4391-AE85-4CDAF5565F61}"/>
          </ac:spMkLst>
        </pc:spChg>
        <pc:picChg chg="add mod ord">
          <ac:chgData name="vanjari sai dhanush" userId="a469240153c48220" providerId="LiveId" clId="{D256B1F2-5D72-47F6-9C5D-D46795820EE4}" dt="2026-09-10T05:25:58.613" v="527" actId="1076"/>
          <ac:picMkLst>
            <pc:docMk/>
            <pc:sldMk cId="4118855268" sldId="260"/>
            <ac:picMk id="6" creationId="{92ADC7C2-5506-A373-D2E7-19B918CE2768}"/>
          </ac:picMkLst>
        </pc:picChg>
      </pc:sldChg>
      <pc:sldChg chg="addSp delSp modSp mod">
        <pc:chgData name="vanjari sai dhanush" userId="a469240153c48220" providerId="LiveId" clId="{D256B1F2-5D72-47F6-9C5D-D46795820EE4}" dt="2026-09-10T05:28:54.431" v="556" actId="20577"/>
        <pc:sldMkLst>
          <pc:docMk/>
          <pc:sldMk cId="2247602601" sldId="262"/>
        </pc:sldMkLst>
        <pc:spChg chg="mod">
          <ac:chgData name="vanjari sai dhanush" userId="a469240153c48220" providerId="LiveId" clId="{D256B1F2-5D72-47F6-9C5D-D46795820EE4}" dt="2026-09-10T04:46:12.076" v="16" actId="113"/>
          <ac:spMkLst>
            <pc:docMk/>
            <pc:sldMk cId="2247602601" sldId="262"/>
            <ac:spMk id="14" creationId="{DD4CF64F-3FB6-0CE4-B778-63C5D5A1D343}"/>
          </ac:spMkLst>
        </pc:spChg>
        <pc:spChg chg="del">
          <ac:chgData name="vanjari sai dhanush" userId="a469240153c48220" providerId="LiveId" clId="{D256B1F2-5D72-47F6-9C5D-D46795820EE4}" dt="2026-09-10T04:46:59.349" v="32" actId="478"/>
          <ac:spMkLst>
            <pc:docMk/>
            <pc:sldMk cId="2247602601" sldId="262"/>
            <ac:spMk id="16" creationId="{500C0830-A1CA-96AE-68D2-18C57ABE4802}"/>
          </ac:spMkLst>
        </pc:spChg>
        <pc:spChg chg="mod">
          <ac:chgData name="vanjari sai dhanush" userId="a469240153c48220" providerId="LiveId" clId="{D256B1F2-5D72-47F6-9C5D-D46795820EE4}" dt="2026-09-10T05:28:54.431" v="556" actId="20577"/>
          <ac:spMkLst>
            <pc:docMk/>
            <pc:sldMk cId="2247602601" sldId="262"/>
            <ac:spMk id="17" creationId="{D25BC1A0-FDE4-1557-375E-6E0BD69BC77B}"/>
          </ac:spMkLst>
        </pc:spChg>
        <pc:spChg chg="mod">
          <ac:chgData name="vanjari sai dhanush" userId="a469240153c48220" providerId="LiveId" clId="{D256B1F2-5D72-47F6-9C5D-D46795820EE4}" dt="2026-09-10T04:49:25.699" v="77" actId="20577"/>
          <ac:spMkLst>
            <pc:docMk/>
            <pc:sldMk cId="2247602601" sldId="262"/>
            <ac:spMk id="34" creationId="{C1554CCE-4DF8-89E6-E0F6-3C2A1439C7FA}"/>
          </ac:spMkLst>
        </pc:spChg>
        <pc:spChg chg="mod">
          <ac:chgData name="vanjari sai dhanush" userId="a469240153c48220" providerId="LiveId" clId="{D256B1F2-5D72-47F6-9C5D-D46795820EE4}" dt="2026-09-10T04:49:20.212" v="74" actId="20577"/>
          <ac:spMkLst>
            <pc:docMk/>
            <pc:sldMk cId="2247602601" sldId="262"/>
            <ac:spMk id="35" creationId="{8FB49AA0-2464-6225-6B6C-063F9A6ECD20}"/>
          </ac:spMkLst>
        </pc:spChg>
        <pc:grpChg chg="del">
          <ac:chgData name="vanjari sai dhanush" userId="a469240153c48220" providerId="LiveId" clId="{D256B1F2-5D72-47F6-9C5D-D46795820EE4}" dt="2026-09-10T04:48:57.230" v="71" actId="478"/>
          <ac:grpSpMkLst>
            <pc:docMk/>
            <pc:sldMk cId="2247602601" sldId="262"/>
            <ac:grpSpMk id="21" creationId="{B5A8CA37-C090-A9D8-75D0-A7A7D5DEBE24}"/>
          </ac:grpSpMkLst>
        </pc:grpChg>
        <pc:grpChg chg="del">
          <ac:chgData name="vanjari sai dhanush" userId="a469240153c48220" providerId="LiveId" clId="{D256B1F2-5D72-47F6-9C5D-D46795820EE4}" dt="2026-09-10T04:48:55.066" v="70" actId="478"/>
          <ac:grpSpMkLst>
            <pc:docMk/>
            <pc:sldMk cId="2247602601" sldId="262"/>
            <ac:grpSpMk id="31" creationId="{8A67E7A6-1F33-FBD3-09B8-F35F17C8F890}"/>
          </ac:grpSpMkLst>
        </pc:grpChg>
        <pc:graphicFrameChg chg="add del">
          <ac:chgData name="vanjari sai dhanush" userId="a469240153c48220" providerId="LiveId" clId="{D256B1F2-5D72-47F6-9C5D-D46795820EE4}" dt="2026-09-10T04:52:44.163" v="218" actId="3680"/>
          <ac:graphicFrameMkLst>
            <pc:docMk/>
            <pc:sldMk cId="2247602601" sldId="262"/>
            <ac:graphicFrameMk id="2" creationId="{1DDB153D-8BE3-F68A-6E8D-0B83E7975B3C}"/>
          </ac:graphicFrameMkLst>
        </pc:graphicFrameChg>
        <pc:graphicFrameChg chg="mod modGraphic">
          <ac:chgData name="vanjari sai dhanush" userId="a469240153c48220" providerId="LiveId" clId="{D256B1F2-5D72-47F6-9C5D-D46795820EE4}" dt="2026-09-10T04:54:54.901" v="252" actId="207"/>
          <ac:graphicFrameMkLst>
            <pc:docMk/>
            <pc:sldMk cId="2247602601" sldId="262"/>
            <ac:graphicFrameMk id="18" creationId="{BD22BC4D-4857-7D81-7819-37B7BB426420}"/>
          </ac:graphicFrameMkLst>
        </pc:graphicFrameChg>
        <pc:graphicFrameChg chg="mod modGraphic">
          <ac:chgData name="vanjari sai dhanush" userId="a469240153c48220" providerId="LiveId" clId="{D256B1F2-5D72-47F6-9C5D-D46795820EE4}" dt="2026-09-10T04:50:10.142" v="109" actId="20577"/>
          <ac:graphicFrameMkLst>
            <pc:docMk/>
            <pc:sldMk cId="2247602601" sldId="262"/>
            <ac:graphicFrameMk id="30" creationId="{9091FADF-77DB-CB1D-CD72-56C53CF76308}"/>
          </ac:graphicFrameMkLst>
        </pc:graphicFrameChg>
      </pc:sldChg>
      <pc:sldChg chg="modSp mod">
        <pc:chgData name="vanjari sai dhanush" userId="a469240153c48220" providerId="LiveId" clId="{D256B1F2-5D72-47F6-9C5D-D46795820EE4}" dt="2026-09-10T05:14:20.595" v="431" actId="207"/>
        <pc:sldMkLst>
          <pc:docMk/>
          <pc:sldMk cId="3029277067" sldId="902"/>
        </pc:sldMkLst>
        <pc:graphicFrameChg chg="mod modGraphic">
          <ac:chgData name="vanjari sai dhanush" userId="a469240153c48220" providerId="LiveId" clId="{D256B1F2-5D72-47F6-9C5D-D46795820EE4}" dt="2026-09-10T05:14:20.595" v="431" actId="207"/>
          <ac:graphicFrameMkLst>
            <pc:docMk/>
            <pc:sldMk cId="3029277067" sldId="902"/>
            <ac:graphicFrameMk id="4" creationId="{AACD11AD-3AF5-B626-2B60-0567E4585BB7}"/>
          </ac:graphicFrameMkLst>
        </pc:graphicFrameChg>
      </pc:sldChg>
      <pc:sldChg chg="addSp modSp mod">
        <pc:chgData name="vanjari sai dhanush" userId="a469240153c48220" providerId="LiveId" clId="{D256B1F2-5D72-47F6-9C5D-D46795820EE4}" dt="2026-09-10T05:04:00.967" v="328" actId="113"/>
        <pc:sldMkLst>
          <pc:docMk/>
          <pc:sldMk cId="3917782940" sldId="903"/>
        </pc:sldMkLst>
        <pc:spChg chg="add mod">
          <ac:chgData name="vanjari sai dhanush" userId="a469240153c48220" providerId="LiveId" clId="{D256B1F2-5D72-47F6-9C5D-D46795820EE4}" dt="2026-09-10T05:04:00.967" v="328" actId="113"/>
          <ac:spMkLst>
            <pc:docMk/>
            <pc:sldMk cId="3917782940" sldId="903"/>
            <ac:spMk id="4" creationId="{CB7F8265-01FC-D83E-0D01-F5CCA4CD82F2}"/>
          </ac:spMkLst>
        </pc:spChg>
        <pc:spChg chg="add mod">
          <ac:chgData name="vanjari sai dhanush" userId="a469240153c48220" providerId="LiveId" clId="{D256B1F2-5D72-47F6-9C5D-D46795820EE4}" dt="2026-09-10T05:02:16.137" v="304" actId="113"/>
          <ac:spMkLst>
            <pc:docMk/>
            <pc:sldMk cId="3917782940" sldId="903"/>
            <ac:spMk id="7" creationId="{C20AE82F-05BC-28F2-5649-0FE26B9EF949}"/>
          </ac:spMkLst>
        </pc:spChg>
        <pc:spChg chg="add mod">
          <ac:chgData name="vanjari sai dhanush" userId="a469240153c48220" providerId="LiveId" clId="{D256B1F2-5D72-47F6-9C5D-D46795820EE4}" dt="2026-09-10T05:02:21.108" v="305" actId="1076"/>
          <ac:spMkLst>
            <pc:docMk/>
            <pc:sldMk cId="3917782940" sldId="903"/>
            <ac:spMk id="9" creationId="{E2F01C1B-EC93-8FC2-7542-80C4CB12512B}"/>
          </ac:spMkLst>
        </pc:spChg>
        <pc:spChg chg="add mod">
          <ac:chgData name="vanjari sai dhanush" userId="a469240153c48220" providerId="LiveId" clId="{D256B1F2-5D72-47F6-9C5D-D46795820EE4}" dt="2026-09-10T05:03:05.094" v="316" actId="1076"/>
          <ac:spMkLst>
            <pc:docMk/>
            <pc:sldMk cId="3917782940" sldId="903"/>
            <ac:spMk id="11" creationId="{486C17D6-16C2-5DBD-1234-E22445033C5A}"/>
          </ac:spMkLst>
        </pc:spChg>
      </pc:sldChg>
      <pc:sldChg chg="addSp delSp modSp new mod setBg">
        <pc:chgData name="vanjari sai dhanush" userId="a469240153c48220" providerId="LiveId" clId="{D256B1F2-5D72-47F6-9C5D-D46795820EE4}" dt="2026-09-10T05:28:28.103" v="554" actId="26606"/>
        <pc:sldMkLst>
          <pc:docMk/>
          <pc:sldMk cId="2487423942" sldId="904"/>
        </pc:sldMkLst>
        <pc:spChg chg="del mod">
          <ac:chgData name="vanjari sai dhanush" userId="a469240153c48220" providerId="LiveId" clId="{D256B1F2-5D72-47F6-9C5D-D46795820EE4}" dt="2026-09-10T05:28:28.103" v="554" actId="26606"/>
          <ac:spMkLst>
            <pc:docMk/>
            <pc:sldMk cId="2487423942" sldId="904"/>
            <ac:spMk id="2" creationId="{16A1AFA0-4764-B3F4-7996-D1EB83ADDA4A}"/>
          </ac:spMkLst>
        </pc:spChg>
        <pc:spChg chg="del mod">
          <ac:chgData name="vanjari sai dhanush" userId="a469240153c48220" providerId="LiveId" clId="{D256B1F2-5D72-47F6-9C5D-D46795820EE4}" dt="2026-09-10T05:27:49.190" v="541"/>
          <ac:spMkLst>
            <pc:docMk/>
            <pc:sldMk cId="2487423942" sldId="904"/>
            <ac:spMk id="3" creationId="{1EA87A7A-F4F1-2A18-E361-D8A32D8E4785}"/>
          </ac:spMkLst>
        </pc:spChg>
        <pc:spChg chg="add del">
          <ac:chgData name="vanjari sai dhanush" userId="a469240153c48220" providerId="LiveId" clId="{D256B1F2-5D72-47F6-9C5D-D46795820EE4}" dt="2026-09-10T05:26:21.741" v="531" actId="26606"/>
          <ac:spMkLst>
            <pc:docMk/>
            <pc:sldMk cId="2487423942" sldId="904"/>
            <ac:spMk id="10" creationId="{1B15ED52-F352-441B-82BF-E0EA34836D08}"/>
          </ac:spMkLst>
        </pc:spChg>
        <pc:spChg chg="add del">
          <ac:chgData name="vanjari sai dhanush" userId="a469240153c48220" providerId="LiveId" clId="{D256B1F2-5D72-47F6-9C5D-D46795820EE4}" dt="2026-09-10T05:26:21.741" v="531" actId="26606"/>
          <ac:spMkLst>
            <pc:docMk/>
            <pc:sldMk cId="2487423942" sldId="904"/>
            <ac:spMk id="12" creationId="{3B2E3793-BFE6-45A2-9B7B-E18844431C99}"/>
          </ac:spMkLst>
        </pc:spChg>
        <pc:spChg chg="add">
          <ac:chgData name="vanjari sai dhanush" userId="a469240153c48220" providerId="LiveId" clId="{D256B1F2-5D72-47F6-9C5D-D46795820EE4}" dt="2026-09-10T05:28:28.103" v="554" actId="26606"/>
          <ac:spMkLst>
            <pc:docMk/>
            <pc:sldMk cId="2487423942" sldId="904"/>
            <ac:spMk id="13" creationId="{AB8C311F-7253-4AED-9701-7FC0708C41C7}"/>
          </ac:spMkLst>
        </pc:spChg>
        <pc:spChg chg="add del">
          <ac:chgData name="vanjari sai dhanush" userId="a469240153c48220" providerId="LiveId" clId="{D256B1F2-5D72-47F6-9C5D-D46795820EE4}" dt="2026-09-10T05:26:21.741" v="531" actId="26606"/>
          <ac:spMkLst>
            <pc:docMk/>
            <pc:sldMk cId="2487423942" sldId="904"/>
            <ac:spMk id="14" creationId="{BC4C4868-CB8F-4AF9-9CDB-8108F2C19B67}"/>
          </ac:spMkLst>
        </pc:spChg>
        <pc:spChg chg="add">
          <ac:chgData name="vanjari sai dhanush" userId="a469240153c48220" providerId="LiveId" clId="{D256B1F2-5D72-47F6-9C5D-D46795820EE4}" dt="2026-09-10T05:28:28.103" v="554" actId="26606"/>
          <ac:spMkLst>
            <pc:docMk/>
            <pc:sldMk cId="2487423942" sldId="904"/>
            <ac:spMk id="15" creationId="{E2384209-CB15-4CDF-9D31-C44FD9A3F20D}"/>
          </ac:spMkLst>
        </pc:spChg>
        <pc:spChg chg="add del">
          <ac:chgData name="vanjari sai dhanush" userId="a469240153c48220" providerId="LiveId" clId="{D256B1F2-5D72-47F6-9C5D-D46795820EE4}" dt="2026-09-10T05:26:21.741" v="531" actId="26606"/>
          <ac:spMkLst>
            <pc:docMk/>
            <pc:sldMk cId="2487423942" sldId="904"/>
            <ac:spMk id="16" creationId="{375E0459-6403-40CD-989D-56A4407CA12E}"/>
          </ac:spMkLst>
        </pc:spChg>
        <pc:spChg chg="add">
          <ac:chgData name="vanjari sai dhanush" userId="a469240153c48220" providerId="LiveId" clId="{D256B1F2-5D72-47F6-9C5D-D46795820EE4}" dt="2026-09-10T05:28:28.103" v="554" actId="26606"/>
          <ac:spMkLst>
            <pc:docMk/>
            <pc:sldMk cId="2487423942" sldId="904"/>
            <ac:spMk id="17" creationId="{2633B3B5-CC90-43F0-8714-D31D1F3F0209}"/>
          </ac:spMkLst>
        </pc:spChg>
        <pc:spChg chg="add del">
          <ac:chgData name="vanjari sai dhanush" userId="a469240153c48220" providerId="LiveId" clId="{D256B1F2-5D72-47F6-9C5D-D46795820EE4}" dt="2026-09-10T05:26:21.741" v="531" actId="26606"/>
          <ac:spMkLst>
            <pc:docMk/>
            <pc:sldMk cId="2487423942" sldId="904"/>
            <ac:spMk id="18" creationId="{53E5B1A8-3AC9-4BD1-9BBC-78CA94F2D1BA}"/>
          </ac:spMkLst>
        </pc:spChg>
        <pc:spChg chg="add">
          <ac:chgData name="vanjari sai dhanush" userId="a469240153c48220" providerId="LiveId" clId="{D256B1F2-5D72-47F6-9C5D-D46795820EE4}" dt="2026-09-10T05:28:28.103" v="554" actId="26606"/>
          <ac:spMkLst>
            <pc:docMk/>
            <pc:sldMk cId="2487423942" sldId="904"/>
            <ac:spMk id="19" creationId="{A8D57A06-A426-446D-B02C-A2DC6B62E45E}"/>
          </ac:spMkLst>
        </pc:spChg>
        <pc:picChg chg="add del">
          <ac:chgData name="vanjari sai dhanush" userId="a469240153c48220" providerId="LiveId" clId="{D256B1F2-5D72-47F6-9C5D-D46795820EE4}" dt="2026-09-10T05:28:09.304" v="547" actId="478"/>
          <ac:picMkLst>
            <pc:docMk/>
            <pc:sldMk cId="2487423942" sldId="904"/>
            <ac:picMk id="5" creationId="{69B1FC6F-3550-65D0-65F5-A72B03A7E439}"/>
          </ac:picMkLst>
        </pc:picChg>
        <pc:picChg chg="add mod">
          <ac:chgData name="vanjari sai dhanush" userId="a469240153c48220" providerId="LiveId" clId="{D256B1F2-5D72-47F6-9C5D-D46795820EE4}" dt="2026-09-10T05:28:28.103" v="554" actId="26606"/>
          <ac:picMkLst>
            <pc:docMk/>
            <pc:sldMk cId="2487423942" sldId="904"/>
            <ac:picMk id="6" creationId="{CBF8CD50-549D-BE04-5751-82BAB083D941}"/>
          </ac:picMkLst>
        </pc:picChg>
        <pc:picChg chg="add">
          <ac:chgData name="vanjari sai dhanush" userId="a469240153c48220" providerId="LiveId" clId="{D256B1F2-5D72-47F6-9C5D-D46795820EE4}" dt="2026-09-10T05:28:24.259" v="553" actId="22"/>
          <ac:picMkLst>
            <pc:docMk/>
            <pc:sldMk cId="2487423942" sldId="904"/>
            <ac:picMk id="8" creationId="{DC51071D-53FC-8636-0F0F-AA792B893C54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7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25373"/>
              </p:ext>
            </p:extLst>
          </p:nvPr>
        </p:nvGraphicFramePr>
        <p:xfrm>
          <a:off x="8781100" y="4644215"/>
          <a:ext cx="3702050" cy="204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349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u="sng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Name: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 Vishnu Vardhan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 Sai Dhanush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u="sng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u="sng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Roll Number: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2420030515 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2420030162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         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223992"/>
              </p:ext>
            </p:extLst>
          </p:nvPr>
        </p:nvGraphicFramePr>
        <p:xfrm>
          <a:off x="-1218498" y="4284467"/>
          <a:ext cx="5902325" cy="22544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2254445">
                <a:tc>
                  <a:txBody>
                    <a:bodyPr/>
                    <a:lstStyle/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 N SUNANDA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6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b="1" dirty="0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COVID-19 / PUBLIC HEALTH DATA VISUALIZATION DASHBOARD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269580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512926" y="2292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0724C6-A298-12DF-9EDC-B6B1EE541E07}"/>
              </a:ext>
            </a:extLst>
          </p:cNvPr>
          <p:cNvSpPr txBox="1"/>
          <p:nvPr/>
        </p:nvSpPr>
        <p:spPr>
          <a:xfrm>
            <a:off x="261257" y="1117677"/>
            <a:ext cx="1193074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and public-health datasets contain large amounts of information across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dates, regions, and health indicators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raw numerical data is difficult to understand and compare manually.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7DB8C5-46B2-2B24-60A4-3C1C326DAB30}"/>
              </a:ext>
            </a:extLst>
          </p:cNvPr>
          <p:cNvSpPr txBox="1"/>
          <p:nvPr/>
        </p:nvSpPr>
        <p:spPr>
          <a:xfrm>
            <a:off x="261257" y="231800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addresses the following challenges: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0E741-9EC1-6F10-10C4-BED000CD0736}"/>
              </a:ext>
            </a:extLst>
          </p:cNvPr>
          <p:cNvSpPr txBox="1"/>
          <p:nvPr/>
        </p:nvSpPr>
        <p:spPr>
          <a:xfrm>
            <a:off x="261257" y="2779671"/>
            <a:ext cx="75873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complex datasets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information difficult to interpret.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Missing, duplicate, inconsistent, or incorrectly formatted data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affect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and patterns over time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proper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public-health information across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regions and categories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time-consuming.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interactive way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explore important information without examining raw data.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7F8265-01FC-D83E-0D01-F5CCA4CD82F2}"/>
              </a:ext>
            </a:extLst>
          </p:cNvPr>
          <p:cNvSpPr txBox="1"/>
          <p:nvPr/>
        </p:nvSpPr>
        <p:spPr>
          <a:xfrm>
            <a:off x="435428" y="2664363"/>
            <a:ext cx="1062445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relevant COVID-19/public-health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&amp; preprocess the collected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EDA to identify trends and patterns.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data across regions and time periods.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insights using charts and graphs.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dashboard with filters.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complex data in a simple, understandable form.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AE82F-05BC-28F2-5649-0FE26B9EF949}"/>
              </a:ext>
            </a:extLst>
          </p:cNvPr>
          <p:cNvSpPr txBox="1"/>
          <p:nvPr/>
        </p:nvSpPr>
        <p:spPr>
          <a:xfrm>
            <a:off x="435428" y="9308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F01C1B-EC93-8FC2-7542-80C4CB12512B}"/>
              </a:ext>
            </a:extLst>
          </p:cNvPr>
          <p:cNvSpPr txBox="1"/>
          <p:nvPr/>
        </p:nvSpPr>
        <p:spPr>
          <a:xfrm>
            <a:off x="435428" y="1320291"/>
            <a:ext cx="102978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 develop an </a:t>
            </a:r>
            <a:r>
              <a:rPr lang="en-IN" b="1" dirty="0"/>
              <a:t>interactive COVID-19 / Public Health Data Visualization Dashboard</a:t>
            </a:r>
            <a:r>
              <a:rPr lang="en-IN" dirty="0"/>
              <a:t> that transforms raw public-health data into </a:t>
            </a:r>
            <a:r>
              <a:rPr lang="en-IN" b="1" dirty="0"/>
              <a:t>meaningful, clear, and easy-to-understand visual insights</a:t>
            </a:r>
            <a:r>
              <a:rPr lang="en-IN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6C17D6-16C2-5DBD-1234-E22445033C5A}"/>
              </a:ext>
            </a:extLst>
          </p:cNvPr>
          <p:cNvSpPr txBox="1"/>
          <p:nvPr/>
        </p:nvSpPr>
        <p:spPr>
          <a:xfrm>
            <a:off x="435428" y="20530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0608542"/>
              </p:ext>
            </p:extLst>
          </p:nvPr>
        </p:nvGraphicFramePr>
        <p:xfrm>
          <a:off x="372617" y="885408"/>
          <a:ext cx="11642705" cy="450271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81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27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810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Salehi et al. [1]</a:t>
                      </a:r>
                      <a:endParaRPr lang="en-IN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Synergetic R-Shiny Portal for Modelling and Tracking of COVID-19 Data</a:t>
                      </a:r>
                      <a:endParaRPr lang="en-IN" sz="16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R-</a:t>
                      </a:r>
                      <a:r>
                        <a:rPr lang="en-IN" sz="1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Shinyinteractive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 • Time-series visualization • Logistic &amp; Gompertz growth models • Spatial analysis using Moran’s Index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interactive COVID-19 tracking • Provides country/continent comparison • Supports trend visualization and forecasting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Developed mainly using R-Shiny • Forecasting and spatial modules add complexity • Scope can be extended with more user-focused features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Clarkson [2]</a:t>
                      </a:r>
                      <a:endParaRPr lang="en-IN" sz="16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COVID-19 Dashboards and Trackers in the United States: Survey Study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Survey of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 COVID-19 dashboards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Analysis of data sources, visualization types and dashboard designs • Study of data-quality issues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Dashboards improve public access to COVID-19 information • Visualization quality varies considerably • Data transparency and standardization are important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Many dashboards relied on heterogeneous/ad-hoc data sources • Some visualizations may obscure or mislead users • Better standardization and transparency are needed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Schulze et al. [3]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Dashboards Visualizing Public Health Data: A Systematic Review</a:t>
                      </a:r>
                      <a:endParaRPr lang="en-IN" sz="16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of </a:t>
                      </a:r>
                      <a:r>
                        <a:rPr lang="en-I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 studies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• Analysis of data sources, functions and visualization methods • User-study and usability assessment</a:t>
                      </a:r>
                      <a:endParaRPr lang="en-US" sz="1400" b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Dashboards are useful for public-health communication and surveillance • Visualizations support quick analysis and decision-making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Many studies focus mainly on technical functionality • User-specific information needs are less explored • More user-</a:t>
                      </a:r>
                      <a:r>
                        <a:rPr lang="en-IN" sz="14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centered</a:t>
                      </a:r>
                      <a:r>
                        <a:rPr lang="en-IN" sz="14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 evaluation is needed</a:t>
                      </a:r>
                      <a:endParaRPr lang="en-US" sz="1400" b="1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2873828" y="1102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6A2B6B-800E-E70A-6999-E1B8C1E53CF5}"/>
              </a:ext>
            </a:extLst>
          </p:cNvPr>
          <p:cNvSpPr txBox="1"/>
          <p:nvPr/>
        </p:nvSpPr>
        <p:spPr>
          <a:xfrm>
            <a:off x="217714" y="8593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Problems: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DFE7AF-9608-C6AC-A35C-3E9B90B87AFA}"/>
              </a:ext>
            </a:extLst>
          </p:cNvPr>
          <p:cNvSpPr txBox="1"/>
          <p:nvPr/>
        </p:nvSpPr>
        <p:spPr>
          <a:xfrm>
            <a:off x="217714" y="1331386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and complex COVID-19 datasets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interpret raw data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Challenging to identify trends and comparisons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may contain missing or inconsistent 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8AF88-171F-507E-EDB9-BEC2F735F0DA}"/>
              </a:ext>
            </a:extLst>
          </p:cNvPr>
          <p:cNvSpPr txBox="1"/>
          <p:nvPr/>
        </p:nvSpPr>
        <p:spPr>
          <a:xfrm>
            <a:off x="217714" y="274226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47805F-6BD6-AB55-BA36-B079E14CF99F}"/>
              </a:ext>
            </a:extLst>
          </p:cNvPr>
          <p:cNvSpPr txBox="1"/>
          <p:nvPr/>
        </p:nvSpPr>
        <p:spPr>
          <a:xfrm>
            <a:off x="217714" y="3200200"/>
            <a:ext cx="60960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preprocessing, EDA and visualization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region/time-based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simple, user-friendly platform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visual insights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662C62-FE58-73D1-C46A-F7BEBDA9054E}"/>
              </a:ext>
            </a:extLst>
          </p:cNvPr>
          <p:cNvSpPr txBox="1"/>
          <p:nvPr/>
        </p:nvSpPr>
        <p:spPr>
          <a:xfrm>
            <a:off x="217714" y="507390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Gap: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B40F4-6925-50B4-DFA1-F17FC92C5486}"/>
              </a:ext>
            </a:extLst>
          </p:cNvPr>
          <p:cNvSpPr txBox="1"/>
          <p:nvPr/>
        </p:nvSpPr>
        <p:spPr>
          <a:xfrm>
            <a:off x="217714" y="5613976"/>
            <a:ext cx="80989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Data Science analysis with an interactive visualization dashboard for easy public-health data interpretation. 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675345" y="311275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5CA57E-B54B-9BB8-E0B9-B26164B287B9}"/>
              </a:ext>
            </a:extLst>
          </p:cNvPr>
          <p:cNvSpPr txBox="1"/>
          <p:nvPr/>
        </p:nvSpPr>
        <p:spPr>
          <a:xfrm>
            <a:off x="555170" y="1192053"/>
            <a:ext cx="8806544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with dynamic filters.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 exploration of selected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analysis and visualization in one platform.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dashboard design.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charts for trends and comparisons.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presentation of complex health data. 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the complete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workflow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preprocessing, EDA and interactive visualization.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easy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region, category and time-based analysis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699714" y="5490971"/>
            <a:ext cx="6962072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Feasibility and Project Plan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ADC7C2-5506-A373-D2E7-19B918CE2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4" y="387497"/>
            <a:ext cx="9759522" cy="48797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Cool Thank You PowerPoint Template - SlideKit">
            <a:extLst>
              <a:ext uri="{FF2B5EF4-FFF2-40B4-BE49-F238E27FC236}">
                <a16:creationId xmlns:a16="http://schemas.microsoft.com/office/drawing/2014/main" id="{CBF8CD50-549D-BE04-5751-82BAB083D9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12800" y="457200"/>
            <a:ext cx="10566400" cy="5943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1071D-53FC-8636-0F0F-AA792B893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23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663</Words>
  <Application>Microsoft Office PowerPoint</Application>
  <PresentationFormat>Widescreen</PresentationFormat>
  <Paragraphs>112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vanjari sai dhanush</cp:lastModifiedBy>
  <cp:revision>32</cp:revision>
  <dcterms:created xsi:type="dcterms:W3CDTF">2026-08-08T06:33:56Z</dcterms:created>
  <dcterms:modified xsi:type="dcterms:W3CDTF">2026-09-10T05:29:02Z</dcterms:modified>
</cp:coreProperties>
</file>